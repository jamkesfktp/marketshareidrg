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3"/>
  </p:notesMasterIdLst>
  <p:sldIdLst>
    <p:sldId id="257" r:id="rId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4"/>
      <p:bold r:id="rId5"/>
      <p:italic r:id="rId6"/>
      <p:boldItalic r:id="rId7"/>
    </p:embeddedFont>
    <p:embeddedFont>
      <p:font typeface="Quattrocento Sans" panose="020B0502050000020003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9723e6a41_133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57225" y="1123950"/>
            <a:ext cx="5394325" cy="303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3f9723e6a41_133_349:notes"/>
          <p:cNvSpPr txBox="1">
            <a:spLocks noGrp="1"/>
          </p:cNvSpPr>
          <p:nvPr>
            <p:ph type="body" idx="1"/>
          </p:nvPr>
        </p:nvSpPr>
        <p:spPr>
          <a:xfrm>
            <a:off x="670891" y="4328410"/>
            <a:ext cx="5367000" cy="3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800" rIns="89600" bIns="44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g3f9723e6a41_133_349:notes"/>
          <p:cNvSpPr txBox="1">
            <a:spLocks noGrp="1"/>
          </p:cNvSpPr>
          <p:nvPr>
            <p:ph type="sldNum" idx="12"/>
          </p:nvPr>
        </p:nvSpPr>
        <p:spPr>
          <a:xfrm>
            <a:off x="3800165" y="8542832"/>
            <a:ext cx="29073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800" rIns="89600" bIns="448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197827" y="127393"/>
            <a:ext cx="87486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body" idx="1"/>
          </p:nvPr>
        </p:nvSpPr>
        <p:spPr>
          <a:xfrm>
            <a:off x="202018" y="449057"/>
            <a:ext cx="87486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2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6" name="Google Shape;9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7085" y="4694444"/>
            <a:ext cx="1296198" cy="30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Custom Layout">
  <p:cSld name="18_Custom Layou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3086792"/>
            <a:ext cx="9094644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descr="A blue text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9947" y="456940"/>
            <a:ext cx="1914749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>
            <a:spLocks noGrp="1"/>
          </p:cNvSpPr>
          <p:nvPr>
            <p:ph type="subTitle" idx="1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2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3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408214" y="2575248"/>
            <a:ext cx="8327400" cy="2245200"/>
          </a:xfrm>
          <a:prstGeom prst="rect">
            <a:avLst/>
          </a:prstGeom>
          <a:solidFill>
            <a:srgbClr val="15AF9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1"/>
          </p:nvPr>
        </p:nvSpPr>
        <p:spPr>
          <a:xfrm>
            <a:off x="1143000" y="2830496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sz="19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628650" y="1135380"/>
            <a:ext cx="78867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2043709" y="4028498"/>
            <a:ext cx="5056800" cy="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sz="19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3"/>
          </p:nvPr>
        </p:nvSpPr>
        <p:spPr>
          <a:xfrm>
            <a:off x="3619148" y="1978799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11" name="Google Shape;111;p18"/>
          <p:cNvGrpSpPr/>
          <p:nvPr/>
        </p:nvGrpSpPr>
        <p:grpSpPr>
          <a:xfrm>
            <a:off x="3701690" y="218852"/>
            <a:ext cx="1740620" cy="726300"/>
            <a:chOff x="4825531" y="136525"/>
            <a:chExt cx="2320826" cy="968400"/>
          </a:xfrm>
        </p:grpSpPr>
        <p:sp>
          <p:nvSpPr>
            <p:cNvPr id="112" name="Google Shape;112;p18"/>
            <p:cNvSpPr/>
            <p:nvPr/>
          </p:nvSpPr>
          <p:spPr>
            <a:xfrm>
              <a:off x="4825531" y="136525"/>
              <a:ext cx="882600" cy="9684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3" name="Google Shape;113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16677" y="136525"/>
              <a:ext cx="1329680" cy="968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>
            <a:off x="408214" y="2575248"/>
            <a:ext cx="8327400" cy="2245200"/>
          </a:xfrm>
          <a:prstGeom prst="rect">
            <a:avLst/>
          </a:prstGeom>
          <a:solidFill>
            <a:srgbClr val="15AF9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1"/>
          </p:nvPr>
        </p:nvSpPr>
        <p:spPr>
          <a:xfrm>
            <a:off x="1143000" y="2830496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sz="19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628650" y="1135380"/>
            <a:ext cx="78867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2"/>
          </p:nvPr>
        </p:nvSpPr>
        <p:spPr>
          <a:xfrm>
            <a:off x="2043709" y="4028498"/>
            <a:ext cx="5056800" cy="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sz="19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3"/>
          </p:nvPr>
        </p:nvSpPr>
        <p:spPr>
          <a:xfrm>
            <a:off x="3619148" y="1978799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73370" y="222225"/>
            <a:ext cx="997263" cy="72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-12700" y="-12701"/>
            <a:ext cx="2498700" cy="5173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body" idx="1"/>
          </p:nvPr>
        </p:nvSpPr>
        <p:spPr>
          <a:xfrm>
            <a:off x="83344" y="1384102"/>
            <a:ext cx="22734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body" idx="2"/>
          </p:nvPr>
        </p:nvSpPr>
        <p:spPr>
          <a:xfrm>
            <a:off x="2910620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2687027" y="127393"/>
            <a:ext cx="61722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3"/>
          </p:nvPr>
        </p:nvSpPr>
        <p:spPr>
          <a:xfrm>
            <a:off x="2680502" y="449057"/>
            <a:ext cx="61722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4"/>
          </p:nvPr>
        </p:nvSpPr>
        <p:spPr>
          <a:xfrm>
            <a:off x="2728913" y="1382131"/>
            <a:ext cx="6144900" cy="23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7085" y="4694444"/>
            <a:ext cx="1296198" cy="30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/>
          <p:nvPr/>
        </p:nvSpPr>
        <p:spPr>
          <a:xfrm>
            <a:off x="6648062" y="-12701"/>
            <a:ext cx="2508900" cy="5173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197827" y="127393"/>
            <a:ext cx="60009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202019" y="449057"/>
            <a:ext cx="6000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2"/>
          </p:nvPr>
        </p:nvSpPr>
        <p:spPr>
          <a:xfrm>
            <a:off x="6857999" y="1384102"/>
            <a:ext cx="20994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3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7" name="Google Shape;137;p21" descr="A black background with a black squar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7085" y="4697730"/>
            <a:ext cx="1297532" cy="301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/>
          <p:nvPr/>
        </p:nvSpPr>
        <p:spPr>
          <a:xfrm>
            <a:off x="6648062" y="-12701"/>
            <a:ext cx="2508900" cy="5173800"/>
          </a:xfrm>
          <a:prstGeom prst="rect">
            <a:avLst/>
          </a:prstGeom>
          <a:solidFill>
            <a:srgbClr val="15AF9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197827" y="127393"/>
            <a:ext cx="60009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202019" y="449057"/>
            <a:ext cx="6000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2"/>
          </p:nvPr>
        </p:nvSpPr>
        <p:spPr>
          <a:xfrm>
            <a:off x="6857999" y="1384102"/>
            <a:ext cx="21249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3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5" name="Google Shape;145;p22" descr="A white text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6912" y="4700714"/>
            <a:ext cx="1296167" cy="301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/>
          <p:nvPr/>
        </p:nvSpPr>
        <p:spPr>
          <a:xfrm>
            <a:off x="4562587" y="-8907"/>
            <a:ext cx="4595100" cy="5177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197827" y="127393"/>
            <a:ext cx="42519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body" idx="1"/>
          </p:nvPr>
        </p:nvSpPr>
        <p:spPr>
          <a:xfrm>
            <a:off x="202019" y="449057"/>
            <a:ext cx="4251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2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2" name="Google Shape;152;p23" descr="A black background with a black squar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7085" y="4697730"/>
            <a:ext cx="1297532" cy="301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/>
          <p:nvPr/>
        </p:nvSpPr>
        <p:spPr>
          <a:xfrm>
            <a:off x="-13189" y="-8907"/>
            <a:ext cx="4595100" cy="5177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body" idx="1"/>
          </p:nvPr>
        </p:nvSpPr>
        <p:spPr>
          <a:xfrm>
            <a:off x="202019" y="449057"/>
            <a:ext cx="4251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title"/>
          </p:nvPr>
        </p:nvSpPr>
        <p:spPr>
          <a:xfrm>
            <a:off x="196822" y="128771"/>
            <a:ext cx="4264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body" idx="2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7085" y="4694444"/>
            <a:ext cx="1296198" cy="30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/>
          <p:nvPr/>
        </p:nvSpPr>
        <p:spPr>
          <a:xfrm>
            <a:off x="4562587" y="-8907"/>
            <a:ext cx="4595100" cy="5177700"/>
          </a:xfrm>
          <a:prstGeom prst="rect">
            <a:avLst/>
          </a:prstGeom>
          <a:solidFill>
            <a:srgbClr val="15AF9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197827" y="127393"/>
            <a:ext cx="42519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body" idx="1"/>
          </p:nvPr>
        </p:nvSpPr>
        <p:spPr>
          <a:xfrm>
            <a:off x="202019" y="449057"/>
            <a:ext cx="4251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2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6" name="Google Shape;166;p25" descr="A white text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6912" y="4700714"/>
            <a:ext cx="1296167" cy="301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/>
          <p:nvPr/>
        </p:nvSpPr>
        <p:spPr>
          <a:xfrm>
            <a:off x="-13189" y="-8907"/>
            <a:ext cx="4595100" cy="5177700"/>
          </a:xfrm>
          <a:prstGeom prst="rect">
            <a:avLst/>
          </a:prstGeom>
          <a:solidFill>
            <a:srgbClr val="15AF9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6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1"/>
          </p:nvPr>
        </p:nvSpPr>
        <p:spPr>
          <a:xfrm>
            <a:off x="202019" y="449057"/>
            <a:ext cx="42519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196822" y="128771"/>
            <a:ext cx="4264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18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2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D8D8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7085" y="4694444"/>
            <a:ext cx="1296198" cy="30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/>
          <p:nvPr/>
        </p:nvSpPr>
        <p:spPr>
          <a:xfrm>
            <a:off x="2502916" y="-13716"/>
            <a:ext cx="6654900" cy="51711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7"/>
          <p:cNvSpPr txBox="1">
            <a:spLocks noGrp="1"/>
          </p:cNvSpPr>
          <p:nvPr>
            <p:ph type="title"/>
          </p:nvPr>
        </p:nvSpPr>
        <p:spPr>
          <a:xfrm>
            <a:off x="2687027" y="127393"/>
            <a:ext cx="61722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body" idx="1"/>
          </p:nvPr>
        </p:nvSpPr>
        <p:spPr>
          <a:xfrm>
            <a:off x="2680502" y="449057"/>
            <a:ext cx="61722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body" idx="2"/>
          </p:nvPr>
        </p:nvSpPr>
        <p:spPr>
          <a:xfrm>
            <a:off x="2751389" y="4822448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0" name="Google Shape;180;p27" descr="A black background with a black squar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7085" y="4697730"/>
            <a:ext cx="1297532" cy="301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/>
          <p:nvPr/>
        </p:nvSpPr>
        <p:spPr>
          <a:xfrm>
            <a:off x="2502916" y="-13716"/>
            <a:ext cx="6654900" cy="5171100"/>
          </a:xfrm>
          <a:prstGeom prst="rect">
            <a:avLst/>
          </a:prstGeom>
          <a:solidFill>
            <a:srgbClr val="15AF9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8"/>
          <p:cNvSpPr txBox="1">
            <a:spLocks noGrp="1"/>
          </p:cNvSpPr>
          <p:nvPr>
            <p:ph type="title"/>
          </p:nvPr>
        </p:nvSpPr>
        <p:spPr>
          <a:xfrm>
            <a:off x="2687027" y="127393"/>
            <a:ext cx="61722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28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body" idx="1"/>
          </p:nvPr>
        </p:nvSpPr>
        <p:spPr>
          <a:xfrm>
            <a:off x="2680502" y="449057"/>
            <a:ext cx="61722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2"/>
          </p:nvPr>
        </p:nvSpPr>
        <p:spPr>
          <a:xfrm>
            <a:off x="2745083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D8D8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7" name="Google Shape;187;p28" descr="A white text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6912" y="4700714"/>
            <a:ext cx="1296167" cy="301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bg>
      <p:bgPr>
        <a:solidFill>
          <a:srgbClr val="15AF98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197827" y="127393"/>
            <a:ext cx="87486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body" idx="1"/>
          </p:nvPr>
        </p:nvSpPr>
        <p:spPr>
          <a:xfrm>
            <a:off x="202018" y="449057"/>
            <a:ext cx="87486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body" idx="2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D8D8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3" name="Google Shape;193;p29" descr="A white text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6912" y="4700714"/>
            <a:ext cx="1296167" cy="301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bg>
      <p:bgPr>
        <a:solidFill>
          <a:srgbClr val="017377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>
            <a:spLocks noGrp="1"/>
          </p:cNvSpPr>
          <p:nvPr>
            <p:ph type="title"/>
          </p:nvPr>
        </p:nvSpPr>
        <p:spPr>
          <a:xfrm>
            <a:off x="197827" y="127393"/>
            <a:ext cx="87486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body" idx="1"/>
          </p:nvPr>
        </p:nvSpPr>
        <p:spPr>
          <a:xfrm>
            <a:off x="202018" y="449057"/>
            <a:ext cx="87486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body" idx="2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D8D8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9" name="Google Shape;19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7085" y="4694444"/>
            <a:ext cx="1296198" cy="30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bg>
      <p:bgPr>
        <a:solidFill>
          <a:srgbClr val="0AB3BC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>
            <a:spLocks noGrp="1"/>
          </p:cNvSpPr>
          <p:nvPr>
            <p:ph type="title"/>
          </p:nvPr>
        </p:nvSpPr>
        <p:spPr>
          <a:xfrm>
            <a:off x="197827" y="127393"/>
            <a:ext cx="87486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body" idx="1"/>
          </p:nvPr>
        </p:nvSpPr>
        <p:spPr>
          <a:xfrm>
            <a:off x="202018" y="449057"/>
            <a:ext cx="87486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body" idx="2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D8D8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5" name="Google Shape;205;p31" descr="A white text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6912" y="4700714"/>
            <a:ext cx="1296167" cy="301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Custom Layout">
  <p:cSld name="16_Custom Layou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8" name="Google Shape;208;p32"/>
          <p:cNvSpPr txBox="1">
            <a:spLocks noGrp="1"/>
          </p:cNvSpPr>
          <p:nvPr>
            <p:ph type="body" idx="1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9" name="Google Shape;209;p32" descr="A blue text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69570" y="204031"/>
            <a:ext cx="1576516" cy="34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2" descr="A blue and yellow square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49904" r="49469" b="-414"/>
          <a:stretch/>
        </p:blipFill>
        <p:spPr>
          <a:xfrm rot="-5400000">
            <a:off x="-1528" y="2453"/>
            <a:ext cx="639375" cy="638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2" descr="A blue and yellow square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49904" r="49469" b="-414"/>
          <a:stretch/>
        </p:blipFill>
        <p:spPr>
          <a:xfrm rot="5400000">
            <a:off x="8504816" y="4504317"/>
            <a:ext cx="639380" cy="63898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 txBox="1">
            <a:spLocks noGrp="1"/>
          </p:cNvSpPr>
          <p:nvPr>
            <p:ph type="body" idx="2"/>
          </p:nvPr>
        </p:nvSpPr>
        <p:spPr>
          <a:xfrm>
            <a:off x="674459" y="519713"/>
            <a:ext cx="631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title"/>
          </p:nvPr>
        </p:nvSpPr>
        <p:spPr>
          <a:xfrm>
            <a:off x="674458" y="211319"/>
            <a:ext cx="63141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B9A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Custom Layout">
  <p:cSld name="17_Custom Layou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" name="Google Shape;216;p33"/>
          <p:cNvSpPr txBox="1">
            <a:spLocks noGrp="1"/>
          </p:cNvSpPr>
          <p:nvPr>
            <p:ph type="body" idx="1"/>
          </p:nvPr>
        </p:nvSpPr>
        <p:spPr>
          <a:xfrm>
            <a:off x="19379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7" name="Google Shape;217;p33" descr="A blue and yellow squares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49904" r="49469" b="-414"/>
          <a:stretch/>
        </p:blipFill>
        <p:spPr>
          <a:xfrm rot="-5400000">
            <a:off x="-1528" y="2453"/>
            <a:ext cx="639375" cy="638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3" descr="A pattern of blue and green squares and flower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1167" t="7036" r="51009" b="7164"/>
          <a:stretch/>
        </p:blipFill>
        <p:spPr>
          <a:xfrm rot="5400000">
            <a:off x="4286176" y="263828"/>
            <a:ext cx="579360" cy="9169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3" descr="A blue text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69570" y="204031"/>
            <a:ext cx="1576516" cy="34932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3"/>
          <p:cNvSpPr txBox="1">
            <a:spLocks noGrp="1"/>
          </p:cNvSpPr>
          <p:nvPr>
            <p:ph type="body" idx="2"/>
          </p:nvPr>
        </p:nvSpPr>
        <p:spPr>
          <a:xfrm>
            <a:off x="674459" y="519713"/>
            <a:ext cx="631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title"/>
          </p:nvPr>
        </p:nvSpPr>
        <p:spPr>
          <a:xfrm>
            <a:off x="674458" y="211319"/>
            <a:ext cx="63141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B9A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/>
          <p:nvPr/>
        </p:nvSpPr>
        <p:spPr>
          <a:xfrm>
            <a:off x="-12700" y="-12701"/>
            <a:ext cx="2498700" cy="5173800"/>
          </a:xfrm>
          <a:prstGeom prst="rect">
            <a:avLst/>
          </a:prstGeom>
          <a:solidFill>
            <a:srgbClr val="16B3A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p34"/>
          <p:cNvSpPr txBox="1">
            <a:spLocks noGrp="1"/>
          </p:cNvSpPr>
          <p:nvPr>
            <p:ph type="sldNum" idx="12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5" name="Google Shape;225;p34"/>
          <p:cNvSpPr txBox="1">
            <a:spLocks noGrp="1"/>
          </p:cNvSpPr>
          <p:nvPr>
            <p:ph type="body" idx="1"/>
          </p:nvPr>
        </p:nvSpPr>
        <p:spPr>
          <a:xfrm>
            <a:off x="80064" y="1384102"/>
            <a:ext cx="22734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" name="Google Shape;226;p34"/>
          <p:cNvSpPr txBox="1">
            <a:spLocks noGrp="1"/>
          </p:cNvSpPr>
          <p:nvPr>
            <p:ph type="body" idx="2"/>
          </p:nvPr>
        </p:nvSpPr>
        <p:spPr>
          <a:xfrm>
            <a:off x="2910620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34"/>
          <p:cNvSpPr txBox="1">
            <a:spLocks noGrp="1"/>
          </p:cNvSpPr>
          <p:nvPr>
            <p:ph type="title"/>
          </p:nvPr>
        </p:nvSpPr>
        <p:spPr>
          <a:xfrm>
            <a:off x="2687027" y="127393"/>
            <a:ext cx="61722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None/>
              <a:defRPr sz="19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34"/>
          <p:cNvSpPr txBox="1">
            <a:spLocks noGrp="1"/>
          </p:cNvSpPr>
          <p:nvPr>
            <p:ph type="body" idx="3"/>
          </p:nvPr>
        </p:nvSpPr>
        <p:spPr>
          <a:xfrm>
            <a:off x="2680502" y="449057"/>
            <a:ext cx="61722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" name="Google Shape;229;p34"/>
          <p:cNvSpPr txBox="1">
            <a:spLocks noGrp="1"/>
          </p:cNvSpPr>
          <p:nvPr>
            <p:ph type="body" idx="4"/>
          </p:nvPr>
        </p:nvSpPr>
        <p:spPr>
          <a:xfrm>
            <a:off x="2728913" y="1382131"/>
            <a:ext cx="6144900" cy="23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" name="Google Shape;230;p34"/>
          <p:cNvSpPr/>
          <p:nvPr/>
        </p:nvSpPr>
        <p:spPr>
          <a:xfrm>
            <a:off x="7297085" y="4694444"/>
            <a:ext cx="12963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4"/>
          <p:cNvSpPr/>
          <p:nvPr/>
        </p:nvSpPr>
        <p:spPr>
          <a:xfrm>
            <a:off x="7823751" y="-22906"/>
            <a:ext cx="1320300" cy="13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4"/>
          <p:cNvSpPr/>
          <p:nvPr/>
        </p:nvSpPr>
        <p:spPr>
          <a:xfrm>
            <a:off x="8782743" y="1188355"/>
            <a:ext cx="7224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-1457325" y="419695"/>
            <a:ext cx="1371600" cy="342900"/>
          </a:xfrm>
          <a:prstGeom prst="rect">
            <a:avLst/>
          </a:prstGeom>
          <a:solidFill>
            <a:srgbClr val="16AF9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75 0 45 0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4"/>
          <p:cNvSpPr/>
          <p:nvPr/>
        </p:nvSpPr>
        <p:spPr>
          <a:xfrm>
            <a:off x="-1457325" y="2615046"/>
            <a:ext cx="1371600" cy="342900"/>
          </a:xfrm>
          <a:prstGeom prst="rect">
            <a:avLst/>
          </a:prstGeom>
          <a:solidFill>
            <a:srgbClr val="D2DB2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20 0 100 0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-1457325" y="1297835"/>
            <a:ext cx="1371600" cy="342900"/>
          </a:xfrm>
          <a:prstGeom prst="rect">
            <a:avLst/>
          </a:prstGeom>
          <a:solidFill>
            <a:srgbClr val="06B3B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74 0 21 0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-1457325" y="4371327"/>
            <a:ext cx="1371600" cy="342900"/>
          </a:xfrm>
          <a:prstGeom prst="rect">
            <a:avLst/>
          </a:prstGeom>
          <a:solidFill>
            <a:srgbClr val="63625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58 50 51 19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-1457325" y="3932257"/>
            <a:ext cx="1371600" cy="342900"/>
          </a:xfrm>
          <a:prstGeom prst="rect">
            <a:avLst/>
          </a:prstGeom>
          <a:solidFill>
            <a:srgbClr val="8A898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45 38 39 3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457325" y="1736906"/>
            <a:ext cx="1371600" cy="342900"/>
          </a:xfrm>
          <a:prstGeom prst="rect">
            <a:avLst/>
          </a:prstGeom>
          <a:solidFill>
            <a:srgbClr val="E487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3 52 100 0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-1457325" y="-19376"/>
            <a:ext cx="1371600" cy="342900"/>
          </a:xfrm>
          <a:prstGeom prst="rect">
            <a:avLst/>
          </a:prstGeom>
          <a:solidFill>
            <a:srgbClr val="00737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100 31 46 8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-1457325" y="2175976"/>
            <a:ext cx="1371600" cy="342900"/>
          </a:xfrm>
          <a:prstGeom prst="rect">
            <a:avLst/>
          </a:prstGeom>
          <a:solidFill>
            <a:srgbClr val="D5C8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17 11 100 0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-1457325" y="858765"/>
            <a:ext cx="1371600" cy="342900"/>
          </a:xfrm>
          <a:prstGeom prst="rect">
            <a:avLst/>
          </a:prstGeom>
          <a:solidFill>
            <a:srgbClr val="43B17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69 0 68 0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-1457325" y="3054116"/>
            <a:ext cx="1371600" cy="342900"/>
          </a:xfrm>
          <a:prstGeom prst="rect">
            <a:avLst/>
          </a:prstGeom>
          <a:solidFill>
            <a:srgbClr val="F7F7C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244 247 194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-1457325" y="4810397"/>
            <a:ext cx="1371600" cy="342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192 0 0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-1457325" y="3493187"/>
            <a:ext cx="1371600" cy="342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191 191 191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/>
          <p:nvPr/>
        </p:nvSpPr>
        <p:spPr>
          <a:xfrm>
            <a:off x="9253290" y="43820"/>
            <a:ext cx="1369500" cy="367800"/>
          </a:xfrm>
          <a:prstGeom prst="rect">
            <a:avLst/>
          </a:prstGeom>
          <a:solidFill>
            <a:srgbClr val="00737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100 31 46 8</a:t>
            </a:r>
            <a:endParaRPr sz="1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4" name="Google Shape;264;p36"/>
          <p:cNvSpPr/>
          <p:nvPr/>
        </p:nvSpPr>
        <p:spPr>
          <a:xfrm>
            <a:off x="9253289" y="425214"/>
            <a:ext cx="1369500" cy="367800"/>
          </a:xfrm>
          <a:prstGeom prst="rect">
            <a:avLst/>
          </a:prstGeom>
          <a:solidFill>
            <a:srgbClr val="16AF9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75 0 45 0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6"/>
          <p:cNvSpPr/>
          <p:nvPr/>
        </p:nvSpPr>
        <p:spPr>
          <a:xfrm>
            <a:off x="9253289" y="804941"/>
            <a:ext cx="1369500" cy="367800"/>
          </a:xfrm>
          <a:prstGeom prst="rect">
            <a:avLst/>
          </a:prstGeom>
          <a:solidFill>
            <a:srgbClr val="43B17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69 0 68 0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6"/>
          <p:cNvSpPr/>
          <p:nvPr/>
        </p:nvSpPr>
        <p:spPr>
          <a:xfrm>
            <a:off x="9253288" y="1196443"/>
            <a:ext cx="1369500" cy="367800"/>
          </a:xfrm>
          <a:prstGeom prst="rect">
            <a:avLst/>
          </a:prstGeom>
          <a:solidFill>
            <a:srgbClr val="06B3B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74 0 21 0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6"/>
          <p:cNvSpPr/>
          <p:nvPr/>
        </p:nvSpPr>
        <p:spPr>
          <a:xfrm>
            <a:off x="9253287" y="1586518"/>
            <a:ext cx="1369500" cy="367800"/>
          </a:xfrm>
          <a:prstGeom prst="rect">
            <a:avLst/>
          </a:prstGeom>
          <a:solidFill>
            <a:srgbClr val="E487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3 52 100 0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6"/>
          <p:cNvSpPr/>
          <p:nvPr/>
        </p:nvSpPr>
        <p:spPr>
          <a:xfrm>
            <a:off x="9253287" y="1978019"/>
            <a:ext cx="1369500" cy="367800"/>
          </a:xfrm>
          <a:prstGeom prst="rect">
            <a:avLst/>
          </a:prstGeom>
          <a:solidFill>
            <a:srgbClr val="C3B82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17 11 100 0</a:t>
            </a:r>
            <a:endParaRPr sz="1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9" name="Google Shape;269;p36"/>
          <p:cNvSpPr/>
          <p:nvPr/>
        </p:nvSpPr>
        <p:spPr>
          <a:xfrm>
            <a:off x="9253286" y="2369521"/>
            <a:ext cx="1369500" cy="367800"/>
          </a:xfrm>
          <a:prstGeom prst="rect">
            <a:avLst/>
          </a:prstGeom>
          <a:solidFill>
            <a:srgbClr val="D2DB2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20 0 100 0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6"/>
          <p:cNvSpPr/>
          <p:nvPr/>
        </p:nvSpPr>
        <p:spPr>
          <a:xfrm>
            <a:off x="9253286" y="2768990"/>
            <a:ext cx="1369500" cy="367800"/>
          </a:xfrm>
          <a:prstGeom prst="rect">
            <a:avLst/>
          </a:prstGeom>
          <a:solidFill>
            <a:srgbClr val="F4F7C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D0D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244 247 194</a:t>
            </a:r>
            <a:endParaRPr sz="1100" b="0" i="0" u="none" strike="noStrike" cap="none">
              <a:solidFill>
                <a:srgbClr val="00D0D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6"/>
          <p:cNvSpPr/>
          <p:nvPr/>
        </p:nvSpPr>
        <p:spPr>
          <a:xfrm>
            <a:off x="9253285" y="3169173"/>
            <a:ext cx="1369500" cy="367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191 191 191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6"/>
          <p:cNvSpPr/>
          <p:nvPr/>
        </p:nvSpPr>
        <p:spPr>
          <a:xfrm>
            <a:off x="9253284" y="3571022"/>
            <a:ext cx="1369500" cy="367800"/>
          </a:xfrm>
          <a:prstGeom prst="rect">
            <a:avLst/>
          </a:prstGeom>
          <a:solidFill>
            <a:srgbClr val="89898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45 38 39 3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6"/>
          <p:cNvSpPr/>
          <p:nvPr/>
        </p:nvSpPr>
        <p:spPr>
          <a:xfrm>
            <a:off x="9253283" y="3952416"/>
            <a:ext cx="1369500" cy="367800"/>
          </a:xfrm>
          <a:prstGeom prst="rect">
            <a:avLst/>
          </a:prstGeom>
          <a:solidFill>
            <a:srgbClr val="63625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58 50 51 19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6"/>
          <p:cNvSpPr/>
          <p:nvPr/>
        </p:nvSpPr>
        <p:spPr>
          <a:xfrm>
            <a:off x="9253283" y="4343202"/>
            <a:ext cx="1369500" cy="367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192 0 0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6"/>
          <p:cNvSpPr/>
          <p:nvPr/>
        </p:nvSpPr>
        <p:spPr>
          <a:xfrm>
            <a:off x="9253283" y="4740422"/>
            <a:ext cx="1369500" cy="367800"/>
          </a:xfrm>
          <a:prstGeom prst="rect">
            <a:avLst/>
          </a:prstGeom>
          <a:solidFill>
            <a:srgbClr val="C7EDE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87B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199 237 235</a:t>
            </a:r>
            <a:endParaRPr sz="1100" b="0" i="0" u="none" strike="noStrike" cap="none">
              <a:solidFill>
                <a:srgbClr val="087B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</Words>
  <Application>Microsoft Office PowerPoint</Application>
  <PresentationFormat>Peragaan Layar (16:9)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 Dipakai</vt:lpstr>
      </vt:variant>
      <vt:variant>
        <vt:i4>5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</vt:i4>
      </vt:variant>
    </vt:vector>
  </HeadingPairs>
  <TitlesOfParts>
    <vt:vector size="7" baseType="lpstr">
      <vt:lpstr>Quattrocento Sans</vt:lpstr>
      <vt:lpstr>Century Gothic</vt:lpstr>
      <vt:lpstr>Calibri</vt:lpstr>
      <vt:lpstr>Arial</vt:lpstr>
      <vt:lpstr>Noto Sans Symbols</vt:lpstr>
      <vt:lpstr>Office Theme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pusatjkn17</cp:lastModifiedBy>
  <cp:revision>3</cp:revision>
  <dcterms:modified xsi:type="dcterms:W3CDTF">2026-08-07T19:32:19Z</dcterms:modified>
</cp:coreProperties>
</file>